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 Setup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ParrotOS-Based Virtual SOC Lab – Step-by-Step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Virtual Machine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Install VirtualBox on Your Mac</a:t>
            </a:r>
          </a:p>
          <a:p>
            <a:pPr>
              <a:defRPr sz="1800"/>
            </a:pPr>
            <a:r>
              <a:t>- Download VirtualBox from https://www.virtualbox.org</a:t>
            </a:r>
          </a:p>
          <a:p>
            <a:pPr>
              <a:defRPr sz="1800"/>
            </a:pPr>
            <a:r>
              <a:t>- Install the Extension Pack for USB/network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Install ParrotOS in VirtualBox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2: Set Up ParrotOS VM</a:t>
            </a:r>
          </a:p>
          <a:p>
            <a:pPr>
              <a:defRPr sz="1800"/>
            </a:pPr>
            <a:r>
              <a:t>- Download Parrot Security OS ISO from parrotsec.org</a:t>
            </a:r>
          </a:p>
          <a:p>
            <a:pPr>
              <a:defRPr sz="1800"/>
            </a:pPr>
            <a:r>
              <a:t>- Create a new VM in VirtualBox (Linux, Debian 64-bit)</a:t>
            </a:r>
          </a:p>
          <a:p>
            <a:pPr>
              <a:defRPr sz="1800"/>
            </a:pPr>
            <a:r>
              <a:t>- Allocate 4+ GB RAM, 50+ GB disk, boot ISO and install ParrotOS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Install SOC Components in ParrotOS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3: Install Wazuh + ELK Stack</a:t>
            </a:r>
          </a:p>
          <a:p>
            <a:pPr>
              <a:defRPr sz="1800"/>
            </a:pPr>
            <a:r>
              <a:t>- Run: curl -sO https://packages.wazuh.com/4.7/wazuh-install.sh</a:t>
            </a:r>
          </a:p>
          <a:p>
            <a:pPr>
              <a:defRPr sz="1800"/>
            </a:pPr>
            <a:r>
              <a:t>- Then: sudo bash wazuh-install.sh -i</a:t>
            </a:r>
          </a:p>
          <a:p>
            <a:pPr>
              <a:defRPr sz="1800"/>
            </a:pPr>
            <a:r>
              <a:t>- Wazuh, Elasticsearch, Logstash, Kibana installed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Configure Wazuh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4: Access Wazuh Dashboard</a:t>
            </a:r>
          </a:p>
          <a:p>
            <a:pPr>
              <a:defRPr sz="1800"/>
            </a:pPr>
            <a:r>
              <a:t>- In ParrotOS: Go to https://localhost in browser</a:t>
            </a:r>
          </a:p>
          <a:p>
            <a:pPr>
              <a:defRPr sz="1800"/>
            </a:pPr>
            <a:r>
              <a:t>- Login with your credentials</a:t>
            </a:r>
          </a:p>
          <a:p>
            <a:pPr>
              <a:defRPr sz="1800"/>
            </a:pPr>
            <a:r>
              <a:t>- Ensure Kibana and services are running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Log Collection from macOS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5: Install Wazuh Agent on macOS</a:t>
            </a:r>
          </a:p>
          <a:p>
            <a:pPr>
              <a:defRPr sz="1800"/>
            </a:pPr>
            <a:r>
              <a:t>- Download pkg from Wazuh site</a:t>
            </a:r>
          </a:p>
          <a:p>
            <a:pPr>
              <a:defRPr sz="1800"/>
            </a:pPr>
            <a:r>
              <a:t>- sudo installer -pkg wazuh-agent-4.x.x.pkg -target /</a:t>
            </a:r>
          </a:p>
          <a:p>
            <a:pPr>
              <a:defRPr sz="1800"/>
            </a:pPr>
            <a:r>
              <a:t>- Point it to ParrotOS IP in /Library/Ossec/etc/ossec.conf</a:t>
            </a:r>
          </a:p>
          <a:p>
            <a:pPr>
              <a:defRPr sz="1800"/>
            </a:pPr>
            <a:r>
              <a:t>- Start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Monitoring &amp; Forensics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6: Install Zeek</a:t>
            </a:r>
          </a:p>
          <a:p>
            <a:pPr>
              <a:defRPr sz="1800"/>
            </a:pPr>
            <a:r>
              <a:t>- sudo apt install zeek</a:t>
            </a:r>
          </a:p>
          <a:p>
            <a:pPr>
              <a:defRPr sz="1800"/>
            </a:pPr>
            <a:r>
              <a:t>- sudo zeek -i eth0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7: Install Wireshark</a:t>
            </a:r>
          </a:p>
          <a:p>
            <a:pPr>
              <a:defRPr sz="1800"/>
            </a:pPr>
            <a:r>
              <a:t>- sudo apt install wireshark</a:t>
            </a:r>
          </a:p>
          <a:p>
            <a:pPr>
              <a:defRPr sz="1800"/>
            </a:pPr>
            <a:r>
              <a:t>- sudo usermod -aG wireshark $USER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Velociraptor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8: Install Velociraptor</a:t>
            </a:r>
          </a:p>
          <a:p>
            <a:pPr>
              <a:defRPr sz="1800"/>
            </a:pPr>
            <a:r>
              <a:t>- Download from GitHub</a:t>
            </a:r>
          </a:p>
          <a:p>
            <a:pPr>
              <a:defRPr sz="1800"/>
            </a:pPr>
            <a:r>
              <a:t>- chmod +x and move to /usr/local/bin</a:t>
            </a:r>
          </a:p>
          <a:p>
            <a:pPr>
              <a:defRPr sz="1800"/>
            </a:pPr>
            <a:r>
              <a:t>- Generate config: velociraptor config generate &gt; server.config.yaml</a:t>
            </a:r>
          </a:p>
          <a:p>
            <a:pPr>
              <a:defRPr sz="1800"/>
            </a:pPr>
            <a:r>
              <a:t>- Run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Connecting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9: Connect Tools</a:t>
            </a:r>
          </a:p>
          <a:p>
            <a:pPr>
              <a:defRPr sz="1800"/>
            </a:pPr>
            <a:r>
              <a:t>- Ensure all services (Wazuh, Kibana, Elastic, Logstash) are running</a:t>
            </a:r>
          </a:p>
          <a:p>
            <a:pPr>
              <a:defRPr sz="1800"/>
            </a:pPr>
            <a:r>
              <a:t>- Check Kibana Discover tab for logs from ParrotOS and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7: Detection, Response,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10: Create Detection Rules in local_rules.xml</a:t>
            </a:r>
          </a:p>
          <a:p>
            <a:pPr>
              <a:defRPr sz="1800"/>
            </a:pPr>
            <a:r>
              <a:t>Step 11: Simulate Attacks (SSH brute-force, PowerShell)</a:t>
            </a:r>
          </a:p>
          <a:p>
            <a:pPr>
              <a:defRPr sz="1800"/>
            </a:pPr>
            <a:r>
              <a:t>Step 12: Investigate with Velociraptor &amp; Wireshark, write incident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macOS + ParrotOS Agents -&gt; Wazuh Manager -&gt; Logstash -&gt; Elasticsearch -&gt; Kibana</a:t>
            </a:r>
          </a:p>
          <a:p>
            <a:pPr>
              <a:defRPr sz="1800"/>
            </a:pPr>
            <a:r>
              <a:t>+ Zeek + Velociraptor -&gt; You Analyze, Contain,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