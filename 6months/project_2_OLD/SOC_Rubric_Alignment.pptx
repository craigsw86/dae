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SOC Project Rubric Alignment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How Project Tasks Meet Class Requirements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Response: IR Environment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Wazuh+ELK installed on ParrotOS; macOS agent logs; Wireshark with filters; Volatility setup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Response: Incident Detection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Simulated login attempts analyzed; alerts triaged; MITRE mapping used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Response: Incident Response &amp; Containment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VirtualBox isolation; firewall setup; evidence tools (Wireshark, Volatility); playbook created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Response: Digital Evidence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Volatility, disk imaging, timeline creation, chain of custody maintained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Response: IR Documentation &amp;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IR playbook, tracking, full report, tool documentation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Response: Post-Incident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VM snapshot restore, root cause analysis, checklist, and process improvement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Monitoring: Monitoring Environment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Wazuh/ELK on ParrotOS; logs from macOS and ParrotOS; alert rules and routing via Kibana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Monitoring: Security Event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Multiple log types analyzed; event correlation; detection timeline and triage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Monitoring: Monitoring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Architecture diagram; 3+ data sources; baseline metrics and health checks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Monitoring: Security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Alerts, metrics, Kibana dashboards, final security report with recommendations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